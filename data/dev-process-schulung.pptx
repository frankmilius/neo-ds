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7E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 Process Acceleration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Schulungspräsentation Phase 1–6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NEO Design System — März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NEO Design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1: Testing Foundation &amp; CI/CD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2: Storybook Integration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3: Figma Pipeline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4: Research Agent (/evaluate-component)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5: Quality 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6: Agent-Netzwerk (Orchestrator)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Überblick: Vorher → Nachher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Vorher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Nachher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Automatisierte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28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Unit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Storybook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107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auto-generiert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CI/CD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Pipelines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Quality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KPIs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automatisiert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Custom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Skills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Agents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(Builder,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Documenter,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Reporter)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Figma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API-Sync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Import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Quality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Unbekannt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97/100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Foundation &amp; CI/CD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 Fundament für alles Weitere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Warum zuerst Tests?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Ohne Tests ist jede Automatisierung riskant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Tests sind das Fundament auf dem Phase 2–6 aufbauen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Systems haben besondere Test-Anforderungen: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Token-Konsistenz (SCSS → CSS → Browser)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Recipe-Validität (JSON-Schema)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CSS-Output-Qualität (keine hardcodierten Werte)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Technologie: Vitest (schnell, ESM-native, Vite-kompatibel)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Was wurde implementiert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Komponente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Datei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wird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geprüft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tests/scss/tokens.test.mjs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Foundation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Component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Tokens,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Recipe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Schema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tests/recipes/recipe-schema.test.mjs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JSON-Validierung,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Axis-Konsistenz,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CI/CD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.github/workflows/ci.yml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bei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Push/PR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Skill: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.claude/skills/test/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Kontextbezogene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Testausführung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Skill: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/collateral-check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.claude/skills/collateral-check/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Kollateralschaden-Prüfung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Pro &amp; Con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28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decken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Token-Integrität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Recipe-Konsistenz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Keine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Visual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Regression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(Pixel-Vergleich)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CSS-Build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wird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bei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jedem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verifiziert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nur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SCSS-Output,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nicht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Mixin-Logik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Recipe-Validierung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fängt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JSON-Fehler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früh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Kein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Browser-basiertes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CI/CD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verhindert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kaputte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Merges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Schwellwerte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großzügig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Token-Vollständigkeit prüfen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fügst einen neuen Spacing-Token --fnd-spacing-14 hinzu. Der Test prüft ob er im CSS-Output erscheint.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test:unit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Foundation Tokens &gt; enthält Spacing-Tokens    4ms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Component Tokens &gt; enthält Button-Tokens      1ms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CSS Output Quality &gt; CSS Build hat keine Fehler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Files: 2 passed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Tests: 28 passed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Recipe-Validierung nach Änderung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erweiterst accordion-recipe.json um eine neue Axis "media". Der Test prüft ob alle Specimens die neue Axis korrekt referenzieren.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vitest run tests/recipes/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Recipe JSON Validity &gt; alle Dateien gültiges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Required Fields &gt; alle Recipes haben Identifikation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Specimen Axis Consistency: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Specimen "default" uses undefined axis "media"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 1 failed | 11 passed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Automatische CI-Prüfung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pushst SCSS-Änderungen. GitHub Actions führt automatisch npm run agents:full aus.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Install dependencies     12s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Run Agent Network        30s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✅ Builder: CSS 825KB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✅ Tester: 28/28 passed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✅ Documenter: 107 stories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 bekommt grünes Häkchen ✅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Storybook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107 Komponenten-Stories automatisch generiert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Warum Storybook?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Source of Truth für Komponenten-Dokumentation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Visuelles Testing (A11y, Viewport, Theme-Wechsel)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Teilbar mit Designern, PMs, Stakeholdern (ohne Code-Zugriff)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Auto-generiert aus bestehenden Recipe-JSONs (107 Recipes → 107 Stories)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Framework: @storybook/html-vite (nicht Vue — DS ist HTML+SCSS)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Theme Toggle (4 NEO Themes in Toolbar)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Viewport Presets (Mobile/Tablet/Desktop/Wide)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A11y Addon (automatische WCAG-Prüfung)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→ Auto-Docs (Version, Status, A11y aus Recipe)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Story-Generator: Recipe → Story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Input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(Recipe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JSON)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(Storybook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Generiert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meta.component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Title: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"Atoms/Button"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anatomy.slots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Default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HTML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specimens[0..8]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Specimen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(bis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Varianten)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axes[].values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ArgTypes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(Storybook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Controls)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a11y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Docs: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Accessibility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meta.version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Docs: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"Button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v2.0.0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(stable)"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Pro &amp; Con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107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kein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Aufwand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HTML-Rendering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statisch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(keine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JS-Interaktion)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Theme-Wechsel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Toolbar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Specimen-HTML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generiert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nicht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immer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pixel-perfekt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A11y-Addon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prüft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WCAG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automatisch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Kein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Vue-Component-Testing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Storybook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Teilbar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Pages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URL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Storybook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8.6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statt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(Node-Version)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Neues Recipe → automatisch eine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erstellst ein neues tooltip-recipe.json. Stories werden automatisch regeneriert.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generate:stories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Story Generator: 108 stories generated, 0 skipped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Output: stories/{atoms,molecules,organisms}/*.stories.js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storybook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http://localhost:6006 → Atoms/Tooltip erscheint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Theme-Testing im Browser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willst prüfen ob der Button in allen 4 Themes korrekt aussieht.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storybook → http://localhost:6006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 → Theme Dropdown: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NEO Light   (heller Hintergrund, dunkle Tokens)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NEO Dark    (dunkler Hintergrund, helle Tokens)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Customer Light  (Secondary-Palette)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Customer Dark   (Secondary-Palette, dunkel)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Jeder Wechsel wendet CSS Theme-Klasse an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A11y-Prüfung in Storybook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öffnest die Checkbox-Story und prüfst Accessibility.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Storybook → Atoms/Checkbox → Accessibility Tab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 (2):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❌ Color contrast ratio 3.2:1 &lt; AA threshold 4.5:1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❌ Missing aria-label on icon-only variant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Passes (8):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Interactive elements have focus indicator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Form elements have labels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Touch targets &gt;= 24x24px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Figma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Tokens bidirektional synchronisieren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 — Pipeline-Architektur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Figma (Tokens Studio / Variables API)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9E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↓ figma-sync.mjs --pull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data/figma-tokens.json (Rohexport)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9E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↓ Transform + Diff + Merge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data/design-tokens.json (Single Source of Truth)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9E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↓ generate-tokens.js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scss/scss/00-settings/_tokens-*.generated.scss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9E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↓ sass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styles.css → Drupal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Modi: --pull, --diff, --components, --from-file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Farb-Token aus Figma synchronisieren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Designer hat in Figma die Accent-Farbe von #37e93d auf #2dd636 geändert.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figma:pull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🔄 Fetching Figma File (Styles + Components)...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Token Diff: 1 Änderung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🟡 Geändert: accent.500: #37e93d → #2dd636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design-tokens.json aktualisiert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npm run tokens &amp;&amp; npm run build:css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Tokens Studio JSON importieren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Designer exportiert Token-Datei manuell aus Figma (Tokens Studio Plugin).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figma:import -- --from-file=~/Downloads/tokens-export.json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📥 Importiere Tokens Studio Datei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Token Diff: 8 Änderungen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🟢 Hinzugefügt (3): brand.tertiary.500, neutral.50, accent.950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🟡 Geändert (5): spacing-06, radius-lg, ...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Figma-Komponenten → Recipe Mapping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Prüfe welche Figma-Komponenten ein Recipe haben und welche neu sind.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figma:components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Figma Components → Recipes (24):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🔄 Bestehende (18): button, card, accordion, modal...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🆕 Neue ohne Recipe (6):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tooltip (Tooltip)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skeleton (Skeleton Loader)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progress (Progress Bar)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Recipe scaffolden mit /sync-recipe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Research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/evaluate-component — automatisierte UX-Evaluierung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 — 4 parallele Research-Agents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A: UX Best Practices (NNg, Baymard, Smashing Magazine)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B: Design System Benchmarks (Radix, Shadcn, Chakra, Carbon, Ant)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C: WCAG/ARIA Compliance (W3C APG, MDN Web Docs)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D: CSS/Web Platform Trends (@starting-style, Popover API)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Alle 4 Agents laufen PARALLEL → Ergebnis in 3–5 Minuten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Output: Gap-Analyse-Matrix + priorisierte Roadmap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Gespeichert: data/evaluations/&lt;component&gt;-evaluation-&lt;date&gt;.md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Komponente vor Refactoring evaluieren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willst das Accordion überarbeiten. Vorher: Was machen andere besser?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/evaluate-component accordion --focus=all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Evaluation: Accordion v3.0.0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Gap-Analyse: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Feature    | NEO | Radix | Carbon | Ant | Empfehlung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Sortable   |  ❌ |  ❌   |  ❌    |  ✅ | Nice-to-Have|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Motion     |  ❌ |  ✅   |  ✅    |  ✅ | MUST-HAVE 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Nested     |  ✅ |  ❌   |  ✅    |  ✅ | Behalten    |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Gespeichert: data/evaluations/accordion-evaluation-2026-03-25.md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A11y-Check vor Release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willst sicherstellen dass das Modal WCAG 2.2 AA-konform ist.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/evaluate-component modal --focus=a11y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A11y-Audit: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role="dialog" (nativ via &lt;dialog&gt;)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aria-modal="true" (nativ via showModal())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❌ aria-describedby fehlt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❌ prefers-reduced-motion nicht implementiert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⚠️ Focus-Restore nur dokumentiert, nicht implementiert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Roadmap: P1 = aria-describedby + reduced-motion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Trend-basierte Modernisierung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Prüfe ob es neue CSS-Features gibt die den Tooltip verbessern.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/evaluate-component tooltip --focus=variants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Trends 2026: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Popover API (popover="auto") ersetzt JS-Positioning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CSS Anchor Positioning (anchor(), position-try)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@starting-style für Entry-Animationen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popover=hint für Tooltip-spezifisches Verhalten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Empfehlung: Migration zu Popover API + CSS Anchor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KPIs — aktuell 97/100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 — 10 KPIs (gewichtet)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Gewicht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Aktuell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28/28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(100%)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Health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825KB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Drift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Token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Violations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(100%)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Recipe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Completeness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107/107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(100%)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Docs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107/107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(100%)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Component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Maturity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106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Pipeline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⚠️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Bundle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825KB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(stable)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ℹ️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Evaluations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(modal)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ℹ️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Täglicher Health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Morgens kurz den Zustand des Design Systems prüfen.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Score: 97/100 (excellent)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Test Coverage:      28/28 passed (100%)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Build Health:       825KB 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Token Coverage:     100% (0 violations)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Docs Coverage:      107/107 with stories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Pipeline Sync:      50%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Bundle Size:        825KB (stable)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Sprint-Ende Snapshot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 Ende jedes Sprints wird ein History-Snapshot gespeichert.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dashboard:snapshot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Snapshot: data/dashboard/history/2026-03-25.json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Nächste Woche: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Bundle Size: 830KB (+5KB, growing ↑)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Token Sync: 0 drift (improved! ✅)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CI/CD Quality Gate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PRs werden blockiert wenn der Quality Score unter 80 fällt.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→ Quality Gate 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SCORE=$(npm run dashboard:json | jq .overallScore)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"$SCORE" -lt 80 ]; then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"❌ Quality gate failed ($SCORE &lt; 80)"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 wird blockiert bis Score &gt;= 80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Agent-Netzwerk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Agents, 12 Checks, 30 Sekunden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 — Architektur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Orchestrator — Koordiniert alle Agents, erkennt geänderte Dateien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┌── Builder (5 Checks, ~6s)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│   Token Gen, CSS Build, Token Sync, Token Lint, Recipe Lint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9E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├── Tester (4 Checks, ~10s)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│   Vitest, Pipeline Guard, Fragment Lint, Script Lint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4A4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├── Documenter (3 Checks, ~14s)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│   Story Generation, Docs Lint, Dashboard Snapshot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└── Reporter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Aggregation, JSON Export, Empfehlungen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 — 3 Ausführungsmodi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Dauer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Wann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verwenden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Quick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agents:quick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~5s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Nach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einzelner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SCSS-Änderung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Auto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agents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~15s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Standard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erkennt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geänderte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Dateien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agents:full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~30s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Vor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Commit,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CI/CD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 — Beispiel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Check nach SCSS-Änderung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hast _button.scss geändert und willst schnell prüfen.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agents:quick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[Builder] ✅ CSS build successful (825KB)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[Builder] ✅ No hardcoded values found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2 passed, 0 warnings, 0 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⏱️ Duration: 5.1s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 — Beispiel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Volle Pipeline vor dem Commit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Alle Checks durchlaufen bevor du pushst.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agents:full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[Builder]    ✅ CSS 825KB, Token Sync,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[Tester]     ✅ 28/28 Tests, Pipeline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[Documenter] ✅ 107 Stories, Dashboard 97/100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12 passed, 0 warnings, 0 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⏱️ Total: 29.8s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Report: data/dashboard/last-pipeline-run.json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 — Beispiel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Kontextbezogen nach einzelner Datei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Szenario: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Nur relevante Checks für eine bestimmte Datei ausführen.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515600" cy="45720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agents/orchestrator.mjs --changed=data/button-recipe.json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C5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Ergebnis: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515600" cy="2286000"/>
          </a:xfrm>
          <a:prstGeom prst="rect">
            <a:avLst>
              <a:gd name="adj" fmla="val 2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Single file — data/button-recipe.json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Files: 1 recipe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[Builder] ✅ Recipe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[Tester]  ✅ Vitest (28/28)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[Documenter] ✅ 107 Stories regenerated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E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3 passed — nur Recipe-relevante Checks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9093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9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Zusammenfassung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Von manuell zu automatisiert in 6 Phasen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Phasen — Überblick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1: TESTING      → "Können wir es messen?"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2: STORYBOOK    → "Können wir es zeigen?"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3: FIGMA        → "Können wir es designen?"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4: RESEARCH     → "Können wir es verbessern?"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5: DASHBOARD    → "Wie gut ist es?"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A1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6: AGENTS       → "Läuft es automatisch?"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93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Workflow: Vorher → Nachher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Workflow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Vorher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Nachher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3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CSS-Änderung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prüfen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Browser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refreshen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agents:quick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(5s)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Neues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Recipe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erstellen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Arena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Inspector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updaten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/sync-recipe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&lt;name&gt;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Komponente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evaluieren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Gemini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30min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Recherche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/evaluate-component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(3min)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Quality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Check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"Hoffentlich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funktioniert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alles"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dashboard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97/100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Storybook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aktualisieren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schreiben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generate:stories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(107)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Drupal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Block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erstellen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7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Schritte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/create-drupal-block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&lt;id&gt;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Wettbewerber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analysieren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Website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manuell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durchklicken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/analyze-competitor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816"/>
                          </a:solidFill>
                        </a:rPr>
                        <a:t>&lt;url&gt;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7E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Vielen Dank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Skills · 4 Agents · 107 Stories · 97/100 Score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Fragen?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NEO Design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Dev Process Acceleration — Schulung Phase 1–6</dc:subject>
  <dc:creator>NEO Design System</dc:creator>
  <cp:lastModifiedBy>NEO Design System</cp:lastModifiedBy>
  <cp:revision>1</cp:revision>
  <dcterms:created xsi:type="dcterms:W3CDTF">2026-08-26T17:56:28Z</dcterms:created>
  <dcterms:modified xsi:type="dcterms:W3CDTF">2026-08-26T17:56:28Z</dcterms:modified>
</cp:coreProperties>
</file>